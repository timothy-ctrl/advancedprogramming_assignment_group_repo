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Bus seat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DDD · TDD · Clean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ATUHAIRE MARY SEANICE · 2300706843 — Domain Lead; Slides 1–3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kisakye rita · 2400700571 — Domain Model Lead; Slides 4–6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Nassaka Catherine · 2400709816 — Architecture Lead; Slides 7–9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Mwizerwa Timothy · 2400724330 — Testing Lead; Slides 11–12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Mwizerwa Timothy also covers Integration Lead; Slides 10 and 13–15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Makerere University · Advanced Programming group coursework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seat must be sold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Problem · scope ·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Problem: reserve bus seats without duplicate bookings, and stop advertising a trip when its final seat is sold.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Inside scope: schedule a trip, book a seat, retrieve a trip, list active advertisements, and withdraw an advertisement through an event.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Outside scope: payments, cancellations, journey durations, overlapping journeys, web UI, database, and distributed messaging.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= one scheduled departure; Bus = vehicle identified by bus number; Booking = identified seat reservation.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SeatNumber = positive integer value; TripAdvertisement = public availability record identified by trip number.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Two connected use cases: BookSeat → WithdrawAdvertisement. Console inputs use local dates and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Exactly six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Rule · responsible component · violation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BR1 — Value: a seat number must be a positive integer, excluding bool. SeatNumber rejects invalid values with ValueError.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BR2 — Identity/state: booking an available seat adds an identified Booking to the same Trip and reduces availability. Trip.book_seat rejects empty passenger names or a full trip.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BR3 — Invariant: each booked seat is unique and within 1..bus capacity. Trip.book_seat rejects duplicates/out-of-range seats; its collection is read-only to callers.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BR4 — Cross-concept: the same bus cannot serve two trips at the same departure instant. BusSchedulingPolicy checks existing trips and rejects the proposed assignment before storage.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BR5 — Follow-up: the final booking raises TripFullyBooked to request withdrawal of that trip's advertisement. TripAdvertisement permits active → withdrawn only; repeated withdrawal returns a rejection with no state change.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BR6 — Lookup: booking requires an existing Trip; scheduling requires an unused trip number. Application services use ITripRepository and reject missing/duplicate identities before mutation.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Values and identities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BR1 and BR2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SeatNumber has no separate identity: SeatNumber(1) equals another SeatNumber(1). It is immutable and validates its value at construction.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is identified by trip_number, which remains stable as bookings change.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Booking is a child entity identified by a generated booking_id; passenger name is data, not identity.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 is identified operationally by bus_number; the scheduling policy compares that identity across trips.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Entities explicitly compare and hash by their ID, even when state differs. SeatNumber retains value equality. T2 checks stable identity across booking states.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Frozen fields protect identity; Trip's private booking dictionary remains mutable through its methods. A read-only view protects callers.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Two roots protect two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BR3 · aggregate invariants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Aggregate A root: Trip. Contents: Bus assignment and Booking children, each containing a SeatNumber.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 invariant: no duplicate seat, every booked seat lies within capacity, and available_seats = capacity − booking count ≥ 0.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creates bookings; callers receive a read-only view of the booking collection. Booking children have no independent repository.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Aggregate B root: TripAdvertisement. Identity: trip_number. No child entities are needed for this small aggregate.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 invariant: an active advertisement has positive availability; a withdrawn advertisement has zero availability. Withdrawal is one-way.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 returns new immutable state from update_availability/withdraw. Only its own methods determine valid transitions.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policy across trip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BR4 · Domain Service · Factory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BusSchedulingPolicy receives a proposed Bus, departure time, and existing Trip aggregates.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It rejects equal departure times for an existing assignment with the same bus_number. Another bus at the same instant remains valid.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This belongs in a Domain Service: the decision spans the proposed assignment and other Trip roots; no individual Trip owns the schedule.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CreateTripService uses an indexed bus/time lookup, then invokes the injected SchedulingPolicy contract before storing the Trip and advertisement.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No Factory: construction is small and constructors already validate inputs. A Factory would add indirection without a creation workflow.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Deliberate limit: no journey-duration model, so this rule does not detect overlapping journeys at different departure times.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Repositories store aggregate roots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Contracts in Application · adapters in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ITripRepository → InMemoryTripRepository: stores Trip roots keyed by trip_number, including their Booking children.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Operations: add, find_by_number, find_departures, list_all, save. Reads and writes detach Trip state; changes are visible only after save.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ITripAdvertisementRepository → InMemoryTripAdvertisementRepository: stores TripAdvertisement roots keyed by trip_number.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Operations: put, find_by_number, list_available. Withdrawn roots are retained; available listings include active roots only.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One abstraction per aggregate root used in the workflow. No separate Booking repository breaks the Trip boundary.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Both adapters share InMemoryStore and an injected UnitOfWork. Its reentrant lock serializes workflows; exceptions restore both roots and the departure index.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T6 checks the same contract with a separate scan-based reference adapter. Storage remains process-local; snapshots cost O(n) and restart resets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Dependencies point toward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Static import arrows: caller →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19456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34086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Infrastructure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114800"/>
            <a:ext cx="2560320" cy="685800"/>
          </a:xfrm>
          <a:prstGeom prst="roundRect">
            <a:avLst/>
          </a:prstGeom>
          <a:solidFill>
            <a:srgbClr val="E8F3F3"/>
          </a:solidFill>
          <a:ln>
            <a:solidFill>
              <a:srgbClr val="087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4261104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182B3B"/>
                </a:solidFill>
                <a:latin typeface="Aptos"/>
              </a:defRPr>
            </a:pPr>
            <a:r>
              <a:t>Domain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" y="2532888"/>
            <a:ext cx="1371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7406640" y="2532888"/>
            <a:ext cx="1371600" cy="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926080"/>
            <a:ext cx="0" cy="1097280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011680" y="2926080"/>
            <a:ext cx="2651760" cy="1527048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406640" y="2926080"/>
            <a:ext cx="2651760" cy="1527048"/>
          </a:xfrm>
          <a:prstGeom prst="line">
            <a:avLst/>
          </a:prstGeom>
          <a:ln w="25400">
            <a:solidFill>
              <a:srgbClr val="087F8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51663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main.py composes all four areas; Domain imports only Domain and the standard library.</a:t>
            </a:r>
          </a:p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No Layer Supertype: no shared entity behaviour needs one. Repository ABCs are contracts.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BookSeatService coordinates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Input/output DTOs · dependency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Input: BookSeatInputDTO(trip_number, passenger_name, seat_number). The console parses user input; the domain validates seat values.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Service flow: repository lookup → SeatNumber → Trip.book_seat → save Trip → refresh/handle advertisement → output DTO.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Output: booking details, available_seats, and AdvertisementOutcome with enum status and optional enum rejection reason.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Business decisions stay in SeatNumber, Trip, TripAdvertisement, and BusSchedulingPolicy.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main injects repositories, UnitOfWork, policy, updater, handler, and ConsoleView through contracts. Application services and the console controller depend on abstractions.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transaction covers lookup through follow-up. Storage exceptions roll back both roots. A business rejection is a returned outcome; its valid booking remains committed.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The final seat triggers withdrawal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BR5 · in-process aggregate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Request → BookSeatService → Trip (A) → TripFullyBooked → TripFullyBookedHandler → TripAdvertisement (B)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Before the event: a valid booking reduces available_seats to zero. Earlier bookings produce no event.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Within one transaction, the application saves Trip and invokes the injected handler in-process. No broker is needed; nested calls share a reentrant lock.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handler retrieves B and calls withdraw(). B checks that it is active, then returns inactive state with zero availability.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The handler stores the returned root; listings hide it. The DTO carries AdvertisementStatus.WITHDRAWN; the view formats it for users.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Repeated delivery returns REJECTED / ALREADY_WITHDRAWN without state changes. Missing B returns REJECTED / MISSING; storage exceptions propagate and trigger rollback.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Eight tests, explicit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test/test_architecture.py · 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T1 / BR1: seat 1 accepted; zero, negative, bool, float, and string rejected.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T2 / BR2: saved booking state, detached reads/writes, stable entity equality/hash, and read-only booking collection.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T3 / BR3: capacity boundary, duplicate/range/name rejection, and concurrent same-seat booking with one winner.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T4 / BR4: bus/time conflict, another bus accepted, concurrent scheduling with one winner and no orphan advertisement.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T5 / BR5: final-seat event; substitute updater/handler implementations work through protocols without inheritance.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T6 / BR6: lookup/duplicate rejection; shared contracts and complete booking flow run against two repository adapters.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T7: concurrent distinct-seat bookings lose no updates; B withdraws once. Console controller/view flow also passes.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T8: fresh persisted state after repeated rejection; missing B; rollback after Trip/B writes and scheduling failure. Eight scenarios, 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A real fail → implement → pass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T2 isolation regression · evidence retained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RED: added an assertion that mutating a retrieved Trip must leave stored state unchanged until save. The existing adapter failed: AssertionError: 0 != 1.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Evidence: evidence/isolation-red.txt records the actual failing run before the fix.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IMPLEMENT: detach Trip roots on add/read/save; inject a UnitOfWork to serialize workflows and roll back exceptions.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GREEN: the T2 isolation assertion passes in the revised scenario. Evidence: evidence/isolation-green.txt; tests were expanded further after the first failure.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REGRESSION: all eight scenarios pass, including concurrency, storage failures, adapter substitution, and controller/view behaviour.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The earlier BR4 TDD cycle remains in tdd-red.txt, tdd-green.txt, and tdd-change.diff. Both cycles are real revision evidence, not claims about the original development history.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Walk through the main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TR001 · two seats · final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Setup: schedule TR001 on BUS001 with capacity 2. The scheduling policy accepts; both Trip and its active advertisement are stored.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Alex books seat 1. Trip availability becomes 1; no full-booking event. The advertisement updates to 1.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Sam submits BookSeatInputDTO('TR001', 'Sam', 2). Lookup succeeds and SeatNumber(2) validates.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Trip verifies range, capacity, uniqueness, and passenger name. It creates Booking, leaves zero seats, and raises TripFullyBooked('TR001').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Within the UnitOfWork, application saves Trip. Handler asks B to withdraw; B accepts and returns its inactive state, which is stored. Commit releases the lock.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Output reports the booking ID, zero remaining seats, and 'withdrawn'. Available-trip listing excludes TR001. T7 verifies this complete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Change a design when evidence demands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Rejected choice · improved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Rejected: the event handler directly deletes the advertisement through a repository. B then has no transition rule and cannot reject a follow-up.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Chosen: retain B and let TripAdvertisement.withdraw guard the state change. The handler orchestrates and persists its result.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Benefit: T8 can demonstrate a real domain rejection and unchanged final state. Retention also makes the outcome inspectable.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Tradeoff: inactive records remain in memory; list_available filters them. Persistence is intentionally temporary.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Change exercise: if repeated withdrawal should succeed idempotently, change B's transition contract and T8's expected outcome; booking rules need not change.</a:t>
            </a:r>
          </a:p>
          <a:p>
            <a:pPr>
              <a:spcAft>
                <a:spcPts val="1000"/>
              </a:spcAft>
              <a:defRPr sz="1800">
                <a:solidFill>
                  <a:srgbClr val="182B3B"/>
                </a:solidFill>
                <a:latin typeface="Aptos"/>
              </a:defRPr>
            </a:pPr>
            <a:r>
              <a:t>• MVC separation: ConsoleApp uses ConsolePresenter; ConsoleView implements it structurally. Decorators, callbacks, and immutable transitions serve concrete needs; no monad is needed here. AI help is disclosed in README.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000">
                <a:solidFill>
                  <a:srgbClr val="087F8C"/>
                </a:solidFill>
                <a:latin typeface="Aptos"/>
              </a:defRPr>
            </a:pPr>
            <a:r>
              <a:t>BUS SEAT BOOKING /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315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3000">
                <a:solidFill>
                  <a:srgbClr val="182B3B"/>
                </a:solidFill>
                <a:latin typeface="Aptos"/>
              </a:defRPr>
            </a:pPr>
            <a:r>
              <a:t>Every rule has inspectable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587080"/>
                </a:solidFill>
                <a:latin typeface="Aptos"/>
              </a:defRPr>
            </a:pPr>
            <a:r>
              <a:t>Rule → responsible code → test → final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65960"/>
            <a:ext cx="10972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BR1 → Domain/ValueObject/seatnumber.py : SeatNumber → T1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BR2 → Domain/Aggregate/TripAggregate/trip.py : book_seat → T2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BR3 → Trip.book_seat + booked_seats read-only view → T3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BR4 → Domain/Services/BusSchedulingPolicy.py : ensure_available → T4 → PASS; red/green logs retained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BR5 → Trip + TripFullyBooked + handler + TripAdvertisement.withdraw → T5 / T7 / T8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BR6 → BookSeatService / CreateTripService + ITripRepository → T6 → PASS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Evidence: evidence/test-results.txt; run python -B -m unittest discover -s test -v from the root.</a:t>
            </a:r>
          </a:p>
          <a:p>
            <a:pPr>
              <a:spcAft>
                <a:spcPts val="1000"/>
              </a:spcAft>
              <a:defRPr sz="1600">
                <a:solidFill>
                  <a:srgbClr val="182B3B"/>
                </a:solidFill>
                <a:latin typeface="Aptos"/>
              </a:defRPr>
            </a:pPr>
            <a:r>
              <a:t>• Conclusion: six rules, two roots, an event-connected workflow, eight tests, and 15 slides. Four confirmed members cover five roles; each member must defend the work individually.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900">
                <a:solidFill>
                  <a:srgbClr val="587080"/>
                </a:solidFill>
                <a:latin typeface="Aptos"/>
              </a:defRPr>
            </a:pPr>
            <a:r>
              <a:t>MAKERERE UNIVERSITY · ADVANCED PROGRAMMING                                               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